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Afacad Flux"/>
      <p:regular r:id="rId13"/>
      <p:bold r:id="rId14"/>
    </p:embeddedFont>
    <p:embeddedFont>
      <p:font typeface="Comforta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facadFlux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omfortaa-regular.fntdata"/><Relationship Id="rId14" Type="http://schemas.openxmlformats.org/officeDocument/2006/relationships/font" Target="fonts/AfacadFlux-bold.fntdata"/><Relationship Id="rId16" Type="http://schemas.openxmlformats.org/officeDocument/2006/relationships/font" Target="fonts/Comforta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4312" y="4567237"/>
            <a:ext cx="11763375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E342E"/>
                </a:solidFill>
                <a:latin typeface="Comfortaa"/>
                <a:ea typeface="Comfortaa"/>
                <a:cs typeface="Comfortaa"/>
                <a:sym typeface="Comfortaa"/>
              </a:rPr>
              <a:t>Monster Hunter World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28625" y="5700712"/>
            <a:ext cx="11334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795548"/>
                </a:solidFill>
                <a:latin typeface="Afacad Flux"/>
                <a:ea typeface="Afacad Flux"/>
                <a:cs typeface="Afacad Flux"/>
                <a:sym typeface="Afacad Flux"/>
              </a:rPr>
              <a:t>The best game about hunting big monsters!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4462" y="471487"/>
            <a:ext cx="1743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2436614"/>
            <a:ext cx="3651200" cy="2832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0325" y="2436614"/>
            <a:ext cx="3651200" cy="2832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2025" y="2436614"/>
            <a:ext cx="3651200" cy="283249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428625" y="428625"/>
            <a:ext cx="117633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4E342E"/>
                </a:solidFill>
                <a:latin typeface="Comfortaa"/>
                <a:ea typeface="Comfortaa"/>
                <a:cs typeface="Comfortaa"/>
                <a:sym typeface="Comfortaa"/>
              </a:rPr>
              <a:t>What is this game?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428625" y="962025"/>
            <a:ext cx="11334750" cy="28575"/>
          </a:xfrm>
          <a:prstGeom prst="rect">
            <a:avLst/>
          </a:prstGeom>
          <a:solidFill>
            <a:srgbClr val="8D6E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33425" y="2741414"/>
            <a:ext cx="319368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D4037"/>
                </a:solidFill>
                <a:latin typeface="Afacad Flux"/>
                <a:ea typeface="Afacad Flux"/>
                <a:cs typeface="Afacad Flux"/>
                <a:sym typeface="Afacad Flux"/>
              </a:rPr>
              <a:t>The Main Goal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33425" y="3455789"/>
            <a:ext cx="304160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MHW is a game where you hunt monsters (obviously). Its made by Capcom and it looks really good.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575125" y="2741414"/>
            <a:ext cx="319368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D4037"/>
                </a:solidFill>
                <a:latin typeface="Afacad Flux"/>
                <a:ea typeface="Afacad Flux"/>
                <a:cs typeface="Afacad Flux"/>
                <a:sym typeface="Afacad Flux"/>
              </a:rPr>
              <a:t>The Gear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575125" y="3455789"/>
            <a:ext cx="304160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You kill a monster, take its bones and skin, and then make a better sword. Then you kill a bigger one!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16825" y="2741414"/>
            <a:ext cx="319368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D4037"/>
                </a:solidFill>
                <a:latin typeface="Afacad Flux"/>
                <a:ea typeface="Afacad Flux"/>
                <a:cs typeface="Afacad Flux"/>
                <a:sym typeface="Afacad Flux"/>
              </a:rPr>
              <a:t>The Difficulty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16825" y="3455789"/>
            <a:ext cx="30416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Some monsters are very hard. You need to learn how they move so you dont die instantly.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7925" y="1947862"/>
            <a:ext cx="55054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428625" y="428625"/>
            <a:ext cx="117633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4E342E"/>
                </a:solidFill>
                <a:latin typeface="Comfortaa"/>
                <a:ea typeface="Comfortaa"/>
                <a:cs typeface="Comfortaa"/>
                <a:sym typeface="Comfortaa"/>
              </a:rPr>
              <a:t>The "New World"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428625" y="962025"/>
            <a:ext cx="11334750" cy="28575"/>
          </a:xfrm>
          <a:prstGeom prst="rect">
            <a:avLst/>
          </a:prstGeom>
          <a:solidFill>
            <a:srgbClr val="8D6E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428625" y="2176462"/>
            <a:ext cx="54483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The graphics is amazing. There is no loading screens between areas anymore which is great.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28625" y="4233564"/>
            <a:ext cx="5448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Its very fun to just walk around and find plants.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76437"/>
            <a:ext cx="5448300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33425" y="3043118"/>
            <a:ext cx="76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9625" y="3045023"/>
            <a:ext cx="5067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Ancient Forest:</a:t>
            </a: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 Lots of trees and vines.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33425" y="3363098"/>
            <a:ext cx="76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09625" y="3365003"/>
            <a:ext cx="5067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Wildspire Waste:</a:t>
            </a: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 A big desert with sand.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33425" y="3683079"/>
            <a:ext cx="76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09625" y="3684984"/>
            <a:ext cx="5067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Coral Highlands:</a:t>
            </a: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 It looks like the ocean but on land.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619125" y="619125"/>
            <a:ext cx="515064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4E342E"/>
                </a:solidFill>
                <a:latin typeface="Comfortaa"/>
                <a:ea typeface="Comfortaa"/>
                <a:cs typeface="Comfortaa"/>
                <a:sym typeface="Comfortaa"/>
              </a:rPr>
              <a:t>The Monsters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19125" y="1438275"/>
            <a:ext cx="49053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There is many different beasts. The most famous one is Rathalos, a big fire dragon.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19125" y="2306835"/>
            <a:ext cx="49053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They fight each other too! Sometimes a big dinosaur will bite another monster and help you win.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19125" y="3175396"/>
            <a:ext cx="49053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Dont forget to eat food before you go hunt or you will have no stamina.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47625"/>
            <a:ext cx="11334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947862"/>
            <a:ext cx="55054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428625" y="428625"/>
            <a:ext cx="117633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4E342E"/>
                </a:solidFill>
                <a:latin typeface="Comfortaa"/>
                <a:ea typeface="Comfortaa"/>
                <a:cs typeface="Comfortaa"/>
                <a:sym typeface="Comfortaa"/>
              </a:rPr>
              <a:t>All the Weapons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428625" y="962025"/>
            <a:ext cx="11334750" cy="28575"/>
          </a:xfrm>
          <a:prstGeom prst="rect">
            <a:avLst/>
          </a:prstGeom>
          <a:solidFill>
            <a:srgbClr val="8D6E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1976437"/>
            <a:ext cx="2019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6315075" y="2671911"/>
            <a:ext cx="5448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There is 14 weapon types. Everyone can find one they like!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696075" y="3220491"/>
            <a:ext cx="5067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Great Sword (Big and slow)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696075" y="3730972"/>
            <a:ext cx="5067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Dual Blades (Very fast)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696075" y="4241452"/>
            <a:ext cx="5067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Bow (Shoot from far away)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696075" y="4751933"/>
            <a:ext cx="5067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Hunting Horn (You play music!)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5075" y="325859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5075" y="376907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5075" y="427955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5075" y="479003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8625" y="1976424"/>
            <a:ext cx="55054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2185987"/>
            <a:ext cx="55054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428625" y="428625"/>
            <a:ext cx="117633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4E342E"/>
                </a:solidFill>
                <a:latin typeface="Comfortaa"/>
                <a:ea typeface="Comfortaa"/>
                <a:cs typeface="Comfortaa"/>
                <a:sym typeface="Comfortaa"/>
              </a:rPr>
              <a:t>Your Cat Buddy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428625" y="962025"/>
            <a:ext cx="11334750" cy="28575"/>
          </a:xfrm>
          <a:prstGeom prst="rect">
            <a:avLst/>
          </a:prstGeom>
          <a:solidFill>
            <a:srgbClr val="8D6E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2214562"/>
            <a:ext cx="544830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6315075" y="2627114"/>
            <a:ext cx="572071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D4037"/>
                </a:solidFill>
                <a:latin typeface="Afacad Flux"/>
                <a:ea typeface="Afacad Flux"/>
                <a:cs typeface="Afacad Flux"/>
                <a:sym typeface="Afacad Flux"/>
              </a:rPr>
              <a:t>Palicoes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315075" y="3341489"/>
            <a:ext cx="54483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You get a cat called a Palico. They help you fight and they can heal you with green flies.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315075" y="4210050"/>
            <a:ext cx="54483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You can even give them a cute hat and armor. My cat looks like a little knight.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2339429"/>
            <a:ext cx="5476875" cy="2192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39429"/>
            <a:ext cx="5476875" cy="21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428625" y="428625"/>
            <a:ext cx="117633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4E342E"/>
                </a:solidFill>
                <a:latin typeface="Comfortaa"/>
                <a:ea typeface="Comfortaa"/>
                <a:cs typeface="Comfortaa"/>
                <a:sym typeface="Comfortaa"/>
              </a:rPr>
              <a:t>Playing with Friends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428625" y="962025"/>
            <a:ext cx="11334750" cy="28575"/>
          </a:xfrm>
          <a:prstGeom prst="rect">
            <a:avLst/>
          </a:prstGeom>
          <a:solidFill>
            <a:srgbClr val="8D6E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733425" y="2644229"/>
            <a:ext cx="511063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D4037"/>
                </a:solidFill>
                <a:latin typeface="Afacad Flux"/>
                <a:ea typeface="Afacad Flux"/>
                <a:cs typeface="Afacad Flux"/>
                <a:sym typeface="Afacad Flux"/>
              </a:rPr>
              <a:t>Online Co-op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33425" y="3358604"/>
            <a:ext cx="48672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Its much easier to kill big monsters with 4 people. You can use an SOS Flare if you are stuck.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591300" y="2644229"/>
            <a:ext cx="511063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D4037"/>
                </a:solidFill>
                <a:latin typeface="Afacad Flux"/>
                <a:ea typeface="Afacad Flux"/>
                <a:cs typeface="Afacad Flux"/>
                <a:sym typeface="Afacad Flux"/>
              </a:rPr>
              <a:t>The Hub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591300" y="3358604"/>
            <a:ext cx="48672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E2723"/>
                </a:solidFill>
                <a:latin typeface="Afacad Flux"/>
                <a:ea typeface="Afacad Flux"/>
                <a:cs typeface="Afacad Flux"/>
                <a:sym typeface="Afacad Flux"/>
              </a:rPr>
              <a:t>You can meet other players in the gathering hub. You can even do arm wrestling matches!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